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8e545-11c0-43ca-f693-22e28a4924bf}">
          <p14:sldIdLst>
            <p14:sldId id="256"/>
            <p14:sldId id="257"/>
            <p14:sldId id="258"/>
            <p14:sldId id="259"/>
            <p14:sldId id="260"/>
            <p14:sldId id="262"/>
          </p14:sldIdLst>
        </p14:section>
        <p14:section name="The model" id="{8adb3581-b003-8914-350c-6fc655770fe6}">
          <p14:sldIdLst>
            <p14:sldId id="263"/>
            <p14:sldId id="264"/>
          </p14:sldIdLst>
        </p14:section>
        <p14:section name="Results" id="{90084578-f552-8e86-299c-05d47401621d}">
          <p14:sldIdLst>
            <p14:sldId id="265"/>
            <p14:sldId id="266"/>
            <p14:sldId id="267"/>
            <p14:sldId id="268"/>
            <p14:sldId id="269"/>
          </p14:sldIdLst>
        </p14:section>
        <p14:section name="Validation" id="{b15d4de9-3e77-5966-dd7f-262bcb2e547c}">
          <p14:sldIdLst>
            <p14:sldId id="270"/>
          </p14:sldIdLst>
        </p14:section>
        <p14:section name="Close" id="{19d0b0b1-2032-f5c4-417b-6e68be271e2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card. ~0.1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Markets and Society 2026</a:t>
            </a:r>
            <a:endParaRPr lang="en-US" sz="1800" dirty="0"/>
          </a:p>
          <a:p>
            <a:pPr algn="ctr" indent="0" marL="0">
              <a:buNone/>
            </a:pPr>
            <a:r>
              <a:rPr lang="en-US" sz="1800" dirty="0">
                <a:solidFill>
                  <a:schemeClr val="accent4"/>
                </a:solidFill>
              </a:rPr>
              <a:t>Walter Stover  ·  George Mason University  ·  26 October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An agent-based bank run model with culturally heterogeneous signal interpretation</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ctr" indent="0" marL="0">
              <a:buNone/>
            </a:pPr>
            <a:r>
              <a:rPr lang="en-US" sz="3200" b="1" dirty="0">
                <a:solidFill>
                  <a:schemeClr val="bg1"/>
                </a:solidFill>
              </a:rPr>
              <a:t>Results</a:t>
            </a:r>
            <a:endParaRPr lang="en-US" sz="3200" dirty="0"/>
          </a:p>
        </p:txBody>
      </p:sp>
      <p:sp>
        <p:nvSpPr>
          <p:cNvPr id="4"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ctr" indent="0" marL="0">
              <a:buNone/>
            </a:pP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2026-10-26T12:47:55Z</dcterms:created>
  <dcterms:modified xsi:type="dcterms:W3CDTF">2026-10-26T12:47:55Z</dcterms:modified>
</cp:coreProperties>
</file>