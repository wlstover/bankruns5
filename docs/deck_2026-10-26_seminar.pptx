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db55f74-1e4f-cafe-c236-ec8495150dba}">
          <p14:sldIdLst>
            <p14:sldId id="256"/>
            <p14:sldId id="257"/>
            <p14:sldId id="258"/>
            <p14:sldId id="259"/>
            <p14:sldId id="260"/>
            <p14:sldId id="261"/>
          </p14:sldIdLst>
        </p14:section>
        <p14:section name="The model" id="{538e7ede-8c99-7bf3-0909-8a0d8c8da669}">
          <p14:sldIdLst>
            <p14:sldId id="262"/>
            <p14:sldId id="263"/>
          </p14:sldIdLst>
        </p14:section>
        <p14:section name="Results" id="{b7c4e30d-a625-7c84-1c1c-518b911ddeec}">
          <p14:sldIdLst>
            <p14:sldId id="264"/>
            <p14:sldId id="265"/>
            <p14:sldId id="266"/>
            <p14:sldId id="267"/>
          </p14:sldIdLst>
        </p14:section>
        <p14:section name="Validation" id="{3227f0ef-a8eb-06f1-9804-e50fd6c2cf70}">
          <p14:sldIdLst>
            <p14:sldId id="268"/>
          </p14:sldIdLst>
        </p14:section>
        <p14:section name="Close" id="{184ce1ae-7332-6520-8422-fcaa1b221e2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2026-10-26T12:06:01Z</dcterms:created>
  <dcterms:modified xsi:type="dcterms:W3CDTF">2026-10-26T12:06:01Z</dcterms:modified>
</cp:coreProperties>
</file>