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a76bfe-7eb0-a57a-f9ab-de26fbff9853}">
          <p14:sldIdLst>
            <p14:sldId id="256"/>
            <p14:sldId id="257"/>
            <p14:sldId id="258"/>
            <p14:sldId id="259"/>
            <p14:sldId id="260"/>
            <p14:sldId id="261"/>
          </p14:sldIdLst>
        </p14:section>
        <p14:section name="The model" id="{8f63fa55-fca3-9d31-faae-e7cb022e0248}">
          <p14:sldIdLst>
            <p14:sldId id="262"/>
            <p14:sldId id="263"/>
          </p14:sldIdLst>
        </p14:section>
        <p14:section name="Results" id="{a6b1f877-02e5-088c-4f93-467249faa465}">
          <p14:sldIdLst>
            <p14:sldId id="264"/>
            <p14:sldId id="265"/>
            <p14:sldId id="266"/>
            <p14:sldId id="267"/>
          </p14:sldIdLst>
        </p14:section>
        <p14:section name="Validation" id="{1334211a-053c-a8a6-c071-afd4ab268bc9}">
          <p14:sldIdLst>
            <p14:sldId id="268"/>
          </p14:sldIdLst>
        </p14:section>
        <p14:section name="Close" id="{e97a2cb0-cb34-6c99-cf3d-f3279421fe2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Markets and Society 2026</a:t>
            </a:r>
            <a:endParaRPr lang="en-US" sz="1800" dirty="0"/>
          </a:p>
          <a:p>
            <a:pPr algn="ct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2026-10-26T12:45:02Z</dcterms:created>
  <dcterms:modified xsi:type="dcterms:W3CDTF">2026-10-26T12:45:02Z</dcterms:modified>
</cp:coreProperties>
</file>