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ad3b9cd-eb38-cf3b-df61-9f00c8726f63}">
          <p14:sldIdLst>
            <p14:sldId id="256"/>
            <p14:sldId id="257"/>
            <p14:sldId id="258"/>
            <p14:sldId id="259"/>
            <p14:sldId id="260"/>
            <p14:sldId id="261"/>
          </p14:sldIdLst>
        </p14:section>
        <p14:section name="The model" id="{21fa26a8-ee32-d805-174b-c13f3ff7c2ee}">
          <p14:sldIdLst>
            <p14:sldId id="262"/>
            <p14:sldId id="263"/>
          </p14:sldIdLst>
        </p14:section>
        <p14:section name="Results" id="{d956cebf-f002-c8d4-bcec-2e7f469fcc06}">
          <p14:sldIdLst>
            <p14:sldId id="264"/>
            <p14:sldId id="265"/>
            <p14:sldId id="266"/>
            <p14:sldId id="267"/>
          </p14:sldIdLst>
        </p14:section>
        <p14:section name="Validation" id="{62898186-09f2-1605-547b-463032f94ec9}">
          <p14:sldIdLst>
            <p14:sldId id="268"/>
          </p14:sldIdLst>
        </p14:section>
        <p14:section name="Close" id="{f2141c3d-d899-de71-8440-9eb3b0af1c00}">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4"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5"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6"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2026-10-26T12:40:21Z</dcterms:created>
  <dcterms:modified xsi:type="dcterms:W3CDTF">2026-10-26T12:40:21Z</dcterms:modified>
</cp:coreProperties>
</file>