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3e4db2b-f004-4929-528c-f2d17e2d1dd9}">
          <p14:sldIdLst>
            <p14:sldId id="256"/>
            <p14:sldId id="257"/>
            <p14:sldId id="258"/>
            <p14:sldId id="259"/>
            <p14:sldId id="260"/>
            <p14:sldId id="261"/>
          </p14:sldIdLst>
        </p14:section>
        <p14:section name="The model" id="{f77a608f-a50b-b9ca-a202-5520211cbd29}">
          <p14:sldIdLst>
            <p14:sldId id="262"/>
            <p14:sldId id="263"/>
          </p14:sldIdLst>
        </p14:section>
        <p14:section name="Results" id="{772b5bf7-aa53-b7b4-1131-512b348abced}">
          <p14:sldIdLst>
            <p14:sldId id="264"/>
            <p14:sldId id="265"/>
            <p14:sldId id="266"/>
            <p14:sldId id="267"/>
          </p14:sldIdLst>
        </p14:section>
        <p14:section name="Validation" id="{d3bdf570-f543-e169-e41b-803b868e27b7}">
          <p14:sldIdLst>
            <p14:sldId id="268"/>
          </p14:sldIdLst>
        </p14:section>
        <p14:section name="Close" id="{bfa1e8a0-a0ca-6086-3258-0e5cde0f114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4"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5"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6"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items"/>
          <p:cNvSpPr txBox="1"/>
          <p:nvPr/>
        </p:nvSpPr>
        <p:spPr>
          <a:xfrm>
            <a:off x="457200" y="1188720"/>
            <a:ext cx="8229600" cy="30175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weights. </a:t>
            </a:r>
            <a:pPr indent="0" marL="0">
              <a:spcAft>
                <a:spcPts val="900"/>
              </a:spcAft>
              <a:buNone/>
            </a:pPr>
            <a:r>
              <a:rPr lang="en-US" sz="1400" dirty="0">
                <a:solidFill>
                  <a:schemeClr val="tx1"/>
                </a:solidFill>
              </a:rPr>
              <a:t>Cultural values pass largely unchanged from parents to children (Guiso, Sapienza, Zingales; Bazzi et al.).</a:t>
            </a:r>
            <a:endParaRPr lang="en-US" sz="1400" dirty="0"/>
          </a:p>
          <a:p>
            <a:pPr marL="177800" indent="-177800">
              <a:spcAft>
                <a:spcPts val="900"/>
              </a:spcAft>
              <a:buSzPct val="100000"/>
              <a:buChar char="•"/>
            </a:pPr>
            <a:r>
              <a:rPr lang="en-US" sz="1400" b="1" dirty="0">
                <a:solidFill>
                  <a:schemeClr val="tx1"/>
                </a:solidFill>
              </a:rPr>
              <a:t>Individualism </a:t>
            </a:r>
            <a:pPr indent="0" marL="0">
              <a:spcAft>
                <a:spcPts val="900"/>
              </a:spcAft>
              <a:buNone/>
            </a:pPr>
            <a:r>
              <a:rPr lang="en-US" sz="1400" dirty="0">
                <a:solidFill>
                  <a:schemeClr val="tx1"/>
                </a:solidFill>
              </a:rPr>
              <a:t>as 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we can observe the weight instead of assuming 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2026-10-26T12:43:19Z</dcterms:created>
  <dcterms:modified xsi:type="dcterms:W3CDTF">2026-10-26T12:43:19Z</dcterms:modified>
</cp:coreProperties>
</file>