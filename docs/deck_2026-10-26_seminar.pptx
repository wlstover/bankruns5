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1dcad3-958c-d353-e35b-97829a00eb1c}">
          <p14:sldIdLst>
            <p14:sldId id="256"/>
            <p14:sldId id="257"/>
            <p14:sldId id="258"/>
            <p14:sldId id="259"/>
            <p14:sldId id="260"/>
            <p14:sldId id="261"/>
          </p14:sldIdLst>
        </p14:section>
        <p14:section name="The model" id="{dd27b7fe-d3dd-a096-5fa7-c1ef7af34f9b}">
          <p14:sldIdLst>
            <p14:sldId id="262"/>
            <p14:sldId id="263"/>
          </p14:sldIdLst>
        </p14:section>
        <p14:section name="Results" id="{4678a944-3cdc-1a9d-72f2-21811f6b4087}">
          <p14:sldIdLst>
            <p14:sldId id="264"/>
            <p14:sldId id="265"/>
            <p14:sldId id="266"/>
            <p14:sldId id="267"/>
          </p14:sldIdLst>
        </p14:section>
        <p14:section name="Validation" id="{da2a085d-e910-4f99-02f7-d20b1348fce6}">
          <p14:sldIdLst>
            <p14:sldId id="268"/>
          </p14:sldIdLst>
        </p14:section>
        <p14:section name="Close" id="{ba6b389a-1350-f68c-2588-0f3332085e9a}">
          <p14:sldIdLst>
            <p14:sldId id="269"/>
          </p14:sldIdLst>
        </p14:section>
        <p14:section name="Backup" id="{ab6faf5d-9fcb-4fac-3801-838b4a801cda}">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2026-10-26T03:50:57Z</dcterms:created>
  <dcterms:modified xsi:type="dcterms:W3CDTF">2026-10-26T03:50:57Z</dcterms:modified>
</cp:coreProperties>
</file>