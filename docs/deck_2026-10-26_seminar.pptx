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b0f83b-c9cc-eb6c-f883-e98e432d065c}">
          <p14:sldIdLst>
            <p14:sldId id="256"/>
            <p14:sldId id="257"/>
            <p14:sldId id="258"/>
            <p14:sldId id="259"/>
            <p14:sldId id="260"/>
            <p14:sldId id="261"/>
          </p14:sldIdLst>
        </p14:section>
        <p14:section name="The model" id="{4842ef48-cbd9-2872-84c1-38994a200d3b}">
          <p14:sldIdLst>
            <p14:sldId id="262"/>
            <p14:sldId id="263"/>
          </p14:sldIdLst>
        </p14:section>
        <p14:section name="Results" id="{ddddc7ac-7fb3-17d7-e516-de499f8e14e9}">
          <p14:sldIdLst>
            <p14:sldId id="264"/>
            <p14:sldId id="265"/>
            <p14:sldId id="266"/>
            <p14:sldId id="267"/>
          </p14:sldIdLst>
        </p14:section>
        <p14:section name="Validation" id="{dd639afe-7e13-d3c9-d089-bf8162965392}">
          <p14:sldIdLst>
            <p14:sldId id="268"/>
          </p14:sldIdLst>
        </p14:section>
        <p14:section name="Close" id="{1ff97b49-e8ba-070e-4b4c-6be4435de0d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501347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214275"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2026-10-26T12:10:43Z</dcterms:created>
  <dcterms:modified xsi:type="dcterms:W3CDTF">2026-10-26T12:10:43Z</dcterms:modified>
</cp:coreProperties>
</file>