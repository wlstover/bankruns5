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242ec3-5a4e-0bfd-3107-9536b985bfbc}">
          <p14:sldIdLst>
            <p14:sldId id="256"/>
            <p14:sldId id="257"/>
            <p14:sldId id="258"/>
            <p14:sldId id="259"/>
            <p14:sldId id="260"/>
            <p14:sldId id="261"/>
          </p14:sldIdLst>
        </p14:section>
        <p14:section name="The model" id="{668a035d-92bc-cde4-60fa-8794ddf3d63f}">
          <p14:sldIdLst>
            <p14:sldId id="262"/>
            <p14:sldId id="263"/>
          </p14:sldIdLst>
        </p14:section>
        <p14:section name="Results" id="{66109033-2af5-4de4-7573-55bbf8b23061}">
          <p14:sldIdLst>
            <p14:sldId id="264"/>
            <p14:sldId id="265"/>
            <p14:sldId id="266"/>
            <p14:sldId id="267"/>
          </p14:sldIdLst>
        </p14:section>
        <p14:section name="Validation" id="{2163cee4-4da1-3543-2a88-0a2c5bac8ebd}">
          <p14:sldIdLst>
            <p14:sldId id="268"/>
          </p14:sldIdLst>
        </p14:section>
        <p14:section name="Close" id="{9eaa7b34-87ce-a7a6-6bca-c3e988ac2b0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998536" y="1005840"/>
            <a:ext cx="5146929" cy="3429000"/>
          </a:xfrm>
          <a:prstGeom prst="rect">
            <a:avLst/>
          </a:prstGeom>
        </p:spPr>
      </p:pic>
      <p:sp>
        <p:nvSpPr>
          <p:cNvPr id="4" name="caption"/>
          <p:cNvSpPr txBox="1"/>
          <p:nvPr/>
        </p:nvSpPr>
        <p:spPr>
          <a:xfrm>
            <a:off x="1998536" y="4480560"/>
            <a:ext cx="5146929"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2026-10-26T12:03:47Z</dcterms:created>
  <dcterms:modified xsi:type="dcterms:W3CDTF">2026-10-26T12:03:47Z</dcterms:modified>
</cp:coreProperties>
</file>