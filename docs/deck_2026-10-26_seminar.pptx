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df280b-01d8-0f12-4d4d-7672fd3be63a}">
          <p14:sldIdLst>
            <p14:sldId id="256"/>
            <p14:sldId id="257"/>
            <p14:sldId id="258"/>
            <p14:sldId id="259"/>
            <p14:sldId id="260"/>
            <p14:sldId id="261"/>
          </p14:sldIdLst>
        </p14:section>
        <p14:section name="The model" id="{591384eb-cd13-34df-b1d7-096e405a2b84}">
          <p14:sldIdLst>
            <p14:sldId id="262"/>
            <p14:sldId id="263"/>
          </p14:sldIdLst>
        </p14:section>
        <p14:section name="Results" id="{3422793d-8c54-fc48-2ab6-4bcb7c212aa3}">
          <p14:sldIdLst>
            <p14:sldId id="264"/>
            <p14:sldId id="265"/>
            <p14:sldId id="266"/>
            <p14:sldId id="267"/>
          </p14:sldIdLst>
        </p14:section>
        <p14:section name="Validation" id="{82488de2-729d-546c-d210-319fb61ce12e}">
          <p14:sldIdLst>
            <p14:sldId id="268"/>
          </p14:sldIdLst>
        </p14:section>
        <p14:section name="Close" id="{64a6d4dd-9fe1-9f16-e9f5-8c8c2d898f39}">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2026-10-26T12:29:51Z</dcterms:created>
  <dcterms:modified xsi:type="dcterms:W3CDTF">2026-10-26T12:29:51Z</dcterms:modified>
</cp:coreProperties>
</file>