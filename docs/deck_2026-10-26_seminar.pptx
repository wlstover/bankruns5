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281086f-10c5-245c-420f-c960da7f8fbc}">
          <p14:sldIdLst>
            <p14:sldId id="256"/>
            <p14:sldId id="257"/>
            <p14:sldId id="258"/>
            <p14:sldId id="259"/>
            <p14:sldId id="260"/>
            <p14:sldId id="261"/>
          </p14:sldIdLst>
        </p14:section>
        <p14:section name="The model" id="{e7051012-8c73-fd7a-61c6-a429ab3145fb}">
          <p14:sldIdLst>
            <p14:sldId id="262"/>
            <p14:sldId id="263"/>
          </p14:sldIdLst>
        </p14:section>
        <p14:section name="Results" id="{6f70587a-91e7-e1af-07af-3daf5fdd2bc9}">
          <p14:sldIdLst>
            <p14:sldId id="264"/>
            <p14:sldId id="265"/>
            <p14:sldId id="266"/>
            <p14:sldId id="267"/>
          </p14:sldIdLst>
        </p14:section>
        <p14:section name="Validation" id="{4313d352-190c-de3a-0abb-3fca065fe1c0}">
          <p14:sldIdLst>
            <p14:sldId id="268"/>
          </p14:sldIdLst>
        </p14:section>
        <p14:section name="Close" id="{24f3d447-6751-12b6-e3f2-65b5a905441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2026-10-26T12:39:43Z</dcterms:created>
  <dcterms:modified xsi:type="dcterms:W3CDTF">2026-10-26T12:39:43Z</dcterms:modified>
</cp:coreProperties>
</file>