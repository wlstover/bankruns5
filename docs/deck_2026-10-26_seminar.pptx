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7eaf38-7217-63af-858d-04223ebb9ab6}">
          <p14:sldIdLst>
            <p14:sldId id="256"/>
            <p14:sldId id="257"/>
            <p14:sldId id="258"/>
            <p14:sldId id="259"/>
            <p14:sldId id="260"/>
            <p14:sldId id="261"/>
          </p14:sldIdLst>
        </p14:section>
        <p14:section name="The model" id="{07e11f8b-ebfc-e6b7-cc2f-af456474f78b}">
          <p14:sldIdLst>
            <p14:sldId id="262"/>
            <p14:sldId id="263"/>
          </p14:sldIdLst>
        </p14:section>
        <p14:section name="Results" id="{3dcd6eb8-4a11-1cb3-fb35-50729516d630}">
          <p14:sldIdLst>
            <p14:sldId id="264"/>
            <p14:sldId id="265"/>
            <p14:sldId id="266"/>
            <p14:sldId id="267"/>
          </p14:sldIdLst>
        </p14:section>
        <p14:section name="Validation" id="{3d995789-02a4-a703-7336-379116b19253}">
          <p14:sldIdLst>
            <p14:sldId id="268"/>
          </p14:sldIdLst>
        </p14:section>
        <p14:section name="Close" id="{58a945bc-9831-3746-1dc1-5d7114cef8e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2026-10-26T12:00:22Z</dcterms:created>
  <dcterms:modified xsi:type="dcterms:W3CDTF">2026-10-26T12:00:22Z</dcterms:modified>
</cp:coreProperties>
</file>