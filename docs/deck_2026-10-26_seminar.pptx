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41bb9d-c2d3-e0f9-7b76-63ca8ef59693}">
          <p14:sldIdLst>
            <p14:sldId id="256"/>
            <p14:sldId id="257"/>
            <p14:sldId id="258"/>
            <p14:sldId id="259"/>
            <p14:sldId id="260"/>
            <p14:sldId id="261"/>
          </p14:sldIdLst>
        </p14:section>
        <p14:section name="The model" id="{ee055e89-27c8-e65c-8bed-a00f3f9ac758}">
          <p14:sldIdLst>
            <p14:sldId id="262"/>
            <p14:sldId id="263"/>
          </p14:sldIdLst>
        </p14:section>
        <p14:section name="Results" id="{678c6eee-6df7-4b05-ea56-efe1890bbe5f}">
          <p14:sldIdLst>
            <p14:sldId id="264"/>
            <p14:sldId id="265"/>
            <p14:sldId id="266"/>
            <p14:sldId id="267"/>
          </p14:sldIdLst>
        </p14:section>
        <p14:section name="Validation" id="{9281544c-dc74-9b41-9ac0-8a55072b59f4}">
          <p14:sldIdLst>
            <p14:sldId id="268"/>
          </p14:sldIdLst>
        </p14:section>
        <p14:section name="Close" id="{7ff35129-9451-9346-e521-a21b60c5f46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800" dirty="0">
                <a:solidFill>
                  <a:schemeClr val="accent4"/>
                </a:solidFill>
              </a:rPr>
              <a:t>Walter Stover  ·  George Mason University  ·  26 October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2026-10-26T12:46:17Z</dcterms:created>
  <dcterms:modified xsi:type="dcterms:W3CDTF">2026-10-26T12:46:17Z</dcterms:modified>
</cp:coreProperties>
</file>