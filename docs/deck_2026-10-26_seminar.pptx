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036143-0614-3c46-bf62-ec9af268fe5d}">
          <p14:sldIdLst>
            <p14:sldId id="256"/>
            <p14:sldId id="257"/>
            <p14:sldId id="258"/>
            <p14:sldId id="259"/>
            <p14:sldId id="260"/>
            <p14:sldId id="261"/>
          </p14:sldIdLst>
        </p14:section>
        <p14:section name="The model" id="{43417378-c602-8ba3-0a7f-452f30f7e1e7}">
          <p14:sldIdLst>
            <p14:sldId id="262"/>
            <p14:sldId id="263"/>
          </p14:sldIdLst>
        </p14:section>
        <p14:section name="Results" id="{71db07c4-e67e-e358-943e-965b0b2daefe}">
          <p14:sldIdLst>
            <p14:sldId id="264"/>
            <p14:sldId id="265"/>
            <p14:sldId id="266"/>
            <p14:sldId id="267"/>
          </p14:sldIdLst>
        </p14:section>
        <p14:section name="Validation" id="{4089247c-afd4-ecb0-0708-96d26b089efc}">
          <p14:sldIdLst>
            <p14:sldId id="268"/>
          </p14:sldIdLst>
        </p14:section>
        <p14:section name="Close" id="{89048555-bdaa-8ff0-84d9-d74506216e4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2026-10-26T12:20:34Z</dcterms:created>
  <dcterms:modified xsi:type="dcterms:W3CDTF">2026-10-26T12:20:34Z</dcterms:modified>
</cp:coreProperties>
</file>