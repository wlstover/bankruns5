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d106ef-29f7-f7f3-a2b9-524ca082942b}">
          <p14:sldIdLst>
            <p14:sldId id="256"/>
            <p14:sldId id="257"/>
            <p14:sldId id="258"/>
            <p14:sldId id="259"/>
            <p14:sldId id="260"/>
            <p14:sldId id="261"/>
          </p14:sldIdLst>
        </p14:section>
        <p14:section name="The model" id="{9b56c753-34b1-43c1-d0c9-371c72d9d2a8}">
          <p14:sldIdLst>
            <p14:sldId id="262"/>
            <p14:sldId id="263"/>
          </p14:sldIdLst>
        </p14:section>
        <p14:section name="Results" id="{ad2fb228-debd-565c-9452-6bdc6685c404}">
          <p14:sldIdLst>
            <p14:sldId id="264"/>
            <p14:sldId id="265"/>
            <p14:sldId id="266"/>
            <p14:sldId id="267"/>
          </p14:sldIdLst>
        </p14:section>
        <p14:section name="Validation" id="{f1c3482c-3ea1-8f51-0634-0281b6ee2845}">
          <p14:sldIdLst>
            <p14:sldId id="268"/>
          </p14:sldIdLst>
        </p14:section>
        <p14:section name="Close" id="{77450113-6f20-144f-7834-f8030bbf41b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eq-sub"/>
          <p:cNvSpPr txBox="1"/>
          <p:nvPr/>
        </p:nvSpPr>
        <p:spPr>
          <a:xfrm>
            <a:off x="640080" y="182880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5" name="types"/>
          <p:cNvSpPr txBox="1"/>
          <p:nvPr/>
        </p:nvSpPr>
        <p:spPr>
          <a:xfrm>
            <a:off x="457200" y="2286000"/>
            <a:ext cx="8229600" cy="411480"/>
          </a:xfrm>
          <a:prstGeom prst="rect">
            <a:avLst/>
          </a:prstGeom>
          <a:noFill/>
          <a:ln/>
        </p:spPr>
        <p:txBody>
          <a:bodyPr wrap="square" lIns="0" tIns="0" rIns="0" bIns="0" rtlCol="0" anchor="ctr"/>
          <a:lstStyle/>
          <a:p>
            <a:pPr algn="ctr" indent="0" marL="0">
              <a:buNone/>
            </a:pPr>
            <a:r>
              <a:rPr lang="en-US" sz="1600" b="1" dirty="0">
                <a:solidFill>
                  <a:srgbClr val="EB6834"/>
                </a:solidFill>
              </a:rPr>
              <a:t>Individualists </a:t>
            </a:r>
            <a:pPr algn="ctr" indent="0" marL="0">
              <a:buNone/>
            </a:pPr>
            <a:r>
              <a:rPr lang="en-US" sz="1600" dirty="0">
                <a:solidFill>
                  <a:schemeClr val="tx1"/>
                </a:solidFill>
              </a:rPr>
              <a:t>λ</a:t>
            </a:r>
            <a:pPr algn="ctr" indent="0" marL="0">
              <a:buNone/>
            </a:pPr>
            <a:r>
              <a:rPr lang="en-US" sz="1600" baseline="-40000" dirty="0">
                <a:solidFill>
                  <a:schemeClr val="tx1"/>
                </a:solidFill>
              </a:rPr>
              <a:t>I</a:t>
            </a:r>
            <a:pPr algn="ctr" indent="0" marL="0">
              <a:buNone/>
            </a:pPr>
            <a:r>
              <a:rPr lang="en-US" sz="1600" dirty="0">
                <a:solidFill>
                  <a:schemeClr val="tx1"/>
                </a:solidFill>
              </a:rPr>
              <a:t>  &lt;  λ</a:t>
            </a:r>
            <a:pPr algn="ctr" indent="0" marL="0">
              <a:buNone/>
            </a:pPr>
            <a:r>
              <a:rPr lang="en-US" sz="1600" baseline="-40000" dirty="0">
                <a:solidFill>
                  <a:schemeClr val="tx1"/>
                </a:solidFill>
              </a:rPr>
              <a:t>C</a:t>
            </a:r>
            <a:pPr algn="ctr" indent="0" marL="0">
              <a:buNone/>
            </a:pPr>
            <a:r>
              <a:rPr lang="en-US" sz="1600" b="1" dirty="0">
                <a:solidFill>
                  <a:srgbClr val="2A78D6"/>
                </a:solidFill>
              </a:rPr>
              <a:t> collectivists</a:t>
            </a:r>
            <a:endParaRPr lang="en-US" sz="1600" dirty="0"/>
          </a:p>
        </p:txBody>
      </p:sp>
      <p:sp>
        <p:nvSpPr>
          <p:cNvPr id="6" name="eq2"/>
          <p:cNvSpPr txBox="1"/>
          <p:nvPr/>
        </p:nvSpPr>
        <p:spPr>
          <a:xfrm>
            <a:off x="640080" y="28346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7" name="eq2-sub"/>
          <p:cNvSpPr txBox="1"/>
          <p:nvPr/>
        </p:nvSpPr>
        <p:spPr>
          <a:xfrm>
            <a:off x="640080" y="356616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same two signals, different estimates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2026-10-26T12:28:12Z</dcterms:created>
  <dcterms:modified xsi:type="dcterms:W3CDTF">2026-10-26T12:28:12Z</dcterms:modified>
</cp:coreProperties>
</file>