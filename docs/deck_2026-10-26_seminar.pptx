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5b5380-53c5-9d8b-7dad-974d29844b4a}">
          <p14:sldIdLst>
            <p14:sldId id="256"/>
            <p14:sldId id="257"/>
            <p14:sldId id="258"/>
            <p14:sldId id="259"/>
            <p14:sldId id="260"/>
            <p14:sldId id="261"/>
            <p14:sldId id="262"/>
          </p14:sldIdLst>
        </p14:section>
        <p14:section name="The model" id="{a7fe3828-ed72-f34e-d8f3-86ab0a0ade73}">
          <p14:sldIdLst>
            <p14:sldId id="263"/>
            <p14:sldId id="264"/>
          </p14:sldIdLst>
        </p14:section>
        <p14:section name="Results" id="{77a6db49-88e6-fca9-a2f8-f065211da351}">
          <p14:sldIdLst>
            <p14:sldId id="265"/>
            <p14:sldId id="266"/>
            <p14:sldId id="267"/>
            <p14:sldId id="268"/>
          </p14:sldIdLst>
        </p14:section>
        <p14:section name="Validation" id="{da5fa61d-7361-f704-6396-858d136567f6}">
          <p14:sldIdLst>
            <p14:sldId id="269"/>
          </p14:sldIdLst>
        </p14:section>
        <p14:section name="Close" id="{08b16241-9d90-7acb-a054-b17bd4d80e56}">
          <p14:sldIdLst>
            <p14:sldId id="270"/>
          </p14:sldIdLst>
        </p14:section>
        <p14:section name="Backup" id="{207e92fd-a4f5-21f5-77d3-3f8fe1e53cf5}">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paper: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the theory’s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2026-10-26T03:42:02Z</dcterms:created>
  <dcterms:modified xsi:type="dcterms:W3CDTF">2026-10-26T03:42:02Z</dcterms:modified>
</cp:coreProperties>
</file>