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91b675-597b-d965-19c9-32905a11ed92}">
          <p14:sldIdLst>
            <p14:sldId id="256"/>
            <p14:sldId id="257"/>
            <p14:sldId id="258"/>
            <p14:sldId id="259"/>
            <p14:sldId id="260"/>
            <p14:sldId id="261"/>
            <p14:sldId id="262"/>
          </p14:sldIdLst>
        </p14:section>
        <p14:section name="The model" id="{54086bea-1782-8cb1-5127-9db92fdceec2}">
          <p14:sldIdLst>
            <p14:sldId id="263"/>
            <p14:sldId id="264"/>
          </p14:sldIdLst>
        </p14:section>
        <p14:section name="Results" id="{0e485032-1caa-bfd6-1e64-302a20c0a63f}">
          <p14:sldIdLst>
            <p14:sldId id="265"/>
            <p14:sldId id="266"/>
            <p14:sldId id="267"/>
            <p14:sldId id="268"/>
          </p14:sldIdLst>
        </p14:section>
        <p14:section name="Validation" id="{fb91d5cf-01b3-f5c3-dbb5-372bb3c7e895}">
          <p14:sldIdLst>
            <p14:sldId id="269"/>
          </p14:sldIdLst>
        </p14:section>
        <p14:section name="Close" id="{5f504854-4cf6-20ca-ee1e-220956e2d5fa}">
          <p14:sldIdLst>
            <p14:sldId id="270"/>
          </p14:sldIdLst>
        </p14:section>
        <p14:section name="Backup" id="{26652913-41d4-51e8-82e5-d42d11bf377e}">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If asked how the theory answers the third question: the public-signal global games answer it with the Bayesian precision ratio, the weight on y is tau_y over tau_x plus tau_y, the same for everyone and vanishing as private information sharpens; so any sorting between depositors is noise and official communication stops mattering just when depositors pay most attention. (Slide dropped for this audience.) The cases: in each one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panics look like</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paper: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the theory’s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2026-10-26T03:39:28Z</dcterms:created>
  <dcterms:modified xsi:type="dcterms:W3CDTF">2026-10-26T03:39:28Z</dcterms:modified>
</cp:coreProperties>
</file>