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9a93707-d652-f290-439a-7fc98332332b}">
          <p14:sldIdLst>
            <p14:sldId id="256"/>
            <p14:sldId id="257"/>
            <p14:sldId id="258"/>
            <p14:sldId id="259"/>
            <p14:sldId id="260"/>
            <p14:sldId id="261"/>
            <p14:sldId id="262"/>
          </p14:sldIdLst>
        </p14:section>
        <p14:section name="The model" id="{002b32cb-b0be-cdc2-80e3-579a51ef4379}">
          <p14:sldIdLst>
            <p14:sldId id="263"/>
            <p14:sldId id="264"/>
          </p14:sldIdLst>
        </p14:section>
        <p14:section name="Results" id="{cbb8f48e-47fd-6b36-ecdd-d1cb7eb4b159}">
          <p14:sldIdLst>
            <p14:sldId id="265"/>
            <p14:sldId id="266"/>
            <p14:sldId id="267"/>
            <p14:sldId id="268"/>
          </p14:sldIdLst>
        </p14:section>
        <p14:section name="Validation" id="{224acc20-6cd9-cb76-084c-53cf6061a7ec}">
          <p14:sldIdLst>
            <p14:sldId id="269"/>
          </p14:sldIdLst>
        </p14:section>
        <p14:section name="Close" id="{11d9ca33-be8e-4bb6-b3d1-fd8bfc3b73f4}">
          <p14:sldIdLst>
            <p14:sldId id="270"/>
          </p14:sldIdLst>
        </p14:section>
        <p14:section name="Backup" id="{bba43f02-58f1-25f3-0b2e-5a84a09d759c}">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title is the chapter title; change for the seminar if you like.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If asked how the theory answers the third question: the public-signal global games answer it with the Bayesian precision ratio, the weight on y is tau_y over tau_x plus tau_y, the same for everyone and vanishing as private information sharpens; so any sorting between depositors is noise and official communication stops mattering just when depositors pay most attention. (Slide dropped for this audience.) The cases: in each one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 bank run model for the twentieth century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 bank run model for the twentieth century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Who runs, and how a run spreads: an agent-based test of the theory</a:t>
            </a:r>
            <a:endParaRPr lang="en-US" sz="1800" dirty="0"/>
          </a:p>
          <a:p>
            <a:pP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panics look like</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5" name="step-foot"/>
          <p:cNvSpPr txBox="1"/>
          <p:nvPr/>
        </p:nvSpPr>
        <p:spPr>
          <a:xfrm>
            <a:off x="457200" y="4251960"/>
            <a:ext cx="822960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paper: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Chapter 1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 (Chapter 2 docking)</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Chapter 1’s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bank run model for the twentieth century</dc:title>
  <dc:subject>PptxGenJS Presentation</dc:subject>
  <dc:creator>Walter Stover</dc:creator>
  <cp:lastModifiedBy>Walter Stover</cp:lastModifiedBy>
  <cp:revision>1</cp:revision>
  <dcterms:created xsi:type="dcterms:W3CDTF">2026-10-26T03:37:06Z</dcterms:created>
  <dcterms:modified xsi:type="dcterms:W3CDTF">2026-10-26T03:37:06Z</dcterms:modified>
</cp:coreProperties>
</file>