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608034c-f592-06ab-d20e-d0bf15f8d299}">
          <p14:sldIdLst>
            <p14:sldId id="256"/>
            <p14:sldId id="257"/>
            <p14:sldId id="258"/>
            <p14:sldId id="259"/>
            <p14:sldId id="260"/>
            <p14:sldId id="261"/>
          </p14:sldIdLst>
        </p14:section>
        <p14:section name="The model" id="{38c95e52-69c0-e73b-e8dc-383ebdaba2b0}">
          <p14:sldIdLst>
            <p14:sldId id="262"/>
            <p14:sldId id="263"/>
          </p14:sldIdLst>
        </p14:section>
        <p14:section name="Results" id="{82fd25da-2328-2403-d222-b621f0b68152}">
          <p14:sldIdLst>
            <p14:sldId id="264"/>
            <p14:sldId id="265"/>
            <p14:sldId id="266"/>
            <p14:sldId id="267"/>
          </p14:sldIdLst>
        </p14:section>
        <p14:section name="Validation" id="{b42d5292-5795-11d3-ecd3-b831e5972654}">
          <p14:sldIdLst>
            <p14:sldId id="268"/>
          </p14:sldIdLst>
        </p14:section>
        <p14:section name="Close" id="{0413a2d1-648d-303b-806e-53efe1fe319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4"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5"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6"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214275"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2026-10-26T12:12:56Z</dcterms:created>
  <dcterms:modified xsi:type="dcterms:W3CDTF">2026-10-26T12:12:56Z</dcterms:modified>
</cp:coreProperties>
</file>