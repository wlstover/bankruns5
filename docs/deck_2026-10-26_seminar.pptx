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c199ad-e31e-6a87-f1e2-f9d683adb658}">
          <p14:sldIdLst>
            <p14:sldId id="256"/>
            <p14:sldId id="257"/>
            <p14:sldId id="258"/>
            <p14:sldId id="259"/>
            <p14:sldId id="260"/>
            <p14:sldId id="261"/>
            <p14:sldId id="262"/>
          </p14:sldIdLst>
        </p14:section>
        <p14:section name="The model" id="{bd929cbf-afb3-4c6c-e313-3310ae061ccf}">
          <p14:sldIdLst>
            <p14:sldId id="263"/>
            <p14:sldId id="264"/>
          </p14:sldIdLst>
        </p14:section>
        <p14:section name="Results" id="{a62ac3fb-3354-551b-28a1-d127b91fa064}">
          <p14:sldIdLst>
            <p14:sldId id="265"/>
            <p14:sldId id="266"/>
            <p14:sldId id="267"/>
            <p14:sldId id="268"/>
          </p14:sldIdLst>
        </p14:section>
        <p14:section name="Validation" id="{708d25ea-d98e-db39-e8c4-2fd155458fbf}">
          <p14:sldIdLst>
            <p14:sldId id="269"/>
          </p14:sldIdLst>
        </p14:section>
        <p14:section name="Close" id="{f022dfb2-da13-37df-c1b7-b47806a6db0f}">
          <p14:sldIdLst>
            <p14:sldId id="270"/>
          </p14:sldIdLst>
        </p14:section>
        <p14:section name="Backup" id="{c091252d-acab-bbe9-79b8-33afc35b2086}">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When there are two signals, 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2026-10-26T03:44:23Z</dcterms:created>
  <dcterms:modified xsi:type="dcterms:W3CDTF">2026-10-26T03:44:23Z</dcterms:modified>
</cp:coreProperties>
</file>